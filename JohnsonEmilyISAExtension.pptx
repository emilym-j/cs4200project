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E37455-1A69-4564-BCD4-77D88A0BE694}" v="6" dt="2026-05-04T00:25:33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Johnson" userId="82565827dab26844" providerId="LiveId" clId="{04DF7FA6-79C7-4A59-95A9-097774992787}"/>
    <pc:docChg chg="undo custSel addSld delSld modSld modMainMaster">
      <pc:chgData name="Emily Johnson" userId="82565827dab26844" providerId="LiveId" clId="{04DF7FA6-79C7-4A59-95A9-097774992787}" dt="2026-05-04T00:30:58.616" v="687" actId="20577"/>
      <pc:docMkLst>
        <pc:docMk/>
      </pc:docMkLst>
      <pc:sldChg chg="delSp new del mod setBg">
        <pc:chgData name="Emily Johnson" userId="82565827dab26844" providerId="LiveId" clId="{04DF7FA6-79C7-4A59-95A9-097774992787}" dt="2026-05-03T23:59:20.792" v="5" actId="2696"/>
        <pc:sldMkLst>
          <pc:docMk/>
          <pc:sldMk cId="3297329000" sldId="256"/>
        </pc:sldMkLst>
        <pc:spChg chg="del">
          <ac:chgData name="Emily Johnson" userId="82565827dab26844" providerId="LiveId" clId="{04DF7FA6-79C7-4A59-95A9-097774992787}" dt="2026-05-03T23:58:54.934" v="1" actId="478"/>
          <ac:spMkLst>
            <pc:docMk/>
            <pc:sldMk cId="3297329000" sldId="256"/>
            <ac:spMk id="2" creationId="{E0082920-679E-CEF3-EE90-15786DBCFDAF}"/>
          </ac:spMkLst>
        </pc:spChg>
        <pc:spChg chg="del">
          <ac:chgData name="Emily Johnson" userId="82565827dab26844" providerId="LiveId" clId="{04DF7FA6-79C7-4A59-95A9-097774992787}" dt="2026-05-03T23:58:58.146" v="2" actId="478"/>
          <ac:spMkLst>
            <pc:docMk/>
            <pc:sldMk cId="3297329000" sldId="256"/>
            <ac:spMk id="3" creationId="{BEFF0259-9231-9083-79FE-8574084FA5F1}"/>
          </ac:spMkLst>
        </pc:spChg>
      </pc:sldChg>
      <pc:sldChg chg="modSp new mod setBg">
        <pc:chgData name="Emily Johnson" userId="82565827dab26844" providerId="LiveId" clId="{04DF7FA6-79C7-4A59-95A9-097774992787}" dt="2026-05-04T00:00:39.659" v="88" actId="20577"/>
        <pc:sldMkLst>
          <pc:docMk/>
          <pc:sldMk cId="1612835317" sldId="257"/>
        </pc:sldMkLst>
        <pc:spChg chg="mod">
          <ac:chgData name="Emily Johnson" userId="82565827dab26844" providerId="LiveId" clId="{04DF7FA6-79C7-4A59-95A9-097774992787}" dt="2026-05-03T23:59:44.653" v="23" actId="20577"/>
          <ac:spMkLst>
            <pc:docMk/>
            <pc:sldMk cId="1612835317" sldId="257"/>
            <ac:spMk id="2" creationId="{BEF4B3F8-17FC-C560-93C1-7F013EA8D5B2}"/>
          </ac:spMkLst>
        </pc:spChg>
        <pc:spChg chg="mod">
          <ac:chgData name="Emily Johnson" userId="82565827dab26844" providerId="LiveId" clId="{04DF7FA6-79C7-4A59-95A9-097774992787}" dt="2026-05-04T00:00:39.659" v="88" actId="20577"/>
          <ac:spMkLst>
            <pc:docMk/>
            <pc:sldMk cId="1612835317" sldId="257"/>
            <ac:spMk id="3" creationId="{5DCFEA87-F9E6-EA56-4FD9-AFEBE5A72683}"/>
          </ac:spMkLst>
        </pc:spChg>
      </pc:sldChg>
      <pc:sldChg chg="addSp modSp new mod">
        <pc:chgData name="Emily Johnson" userId="82565827dab26844" providerId="LiveId" clId="{04DF7FA6-79C7-4A59-95A9-097774992787}" dt="2026-05-04T00:12:56.385" v="192" actId="1076"/>
        <pc:sldMkLst>
          <pc:docMk/>
          <pc:sldMk cId="2087457828" sldId="258"/>
        </pc:sldMkLst>
        <pc:spChg chg="mod">
          <ac:chgData name="Emily Johnson" userId="82565827dab26844" providerId="LiveId" clId="{04DF7FA6-79C7-4A59-95A9-097774992787}" dt="2026-05-04T00:09:49.424" v="150" actId="122"/>
          <ac:spMkLst>
            <pc:docMk/>
            <pc:sldMk cId="2087457828" sldId="258"/>
            <ac:spMk id="2" creationId="{7BC17B09-463F-205F-217D-D988B872A858}"/>
          </ac:spMkLst>
        </pc:spChg>
        <pc:picChg chg="add mod">
          <ac:chgData name="Emily Johnson" userId="82565827dab26844" providerId="LiveId" clId="{04DF7FA6-79C7-4A59-95A9-097774992787}" dt="2026-05-04T00:12:53.275" v="189" actId="1076"/>
          <ac:picMkLst>
            <pc:docMk/>
            <pc:sldMk cId="2087457828" sldId="258"/>
            <ac:picMk id="4" creationId="{5D96C8CB-9A93-91D1-BEB2-57D93F032B54}"/>
          </ac:picMkLst>
        </pc:picChg>
        <pc:picChg chg="add mod">
          <ac:chgData name="Emily Johnson" userId="82565827dab26844" providerId="LiveId" clId="{04DF7FA6-79C7-4A59-95A9-097774992787}" dt="2026-05-04T00:12:56.385" v="192" actId="1076"/>
          <ac:picMkLst>
            <pc:docMk/>
            <pc:sldMk cId="2087457828" sldId="258"/>
            <ac:picMk id="6" creationId="{8C9A4BCC-A714-BC99-A201-3F950C4650C6}"/>
          </ac:picMkLst>
        </pc:picChg>
      </pc:sldChg>
      <pc:sldChg chg="addSp delSp modSp new del mod">
        <pc:chgData name="Emily Johnson" userId="82565827dab26844" providerId="LiveId" clId="{04DF7FA6-79C7-4A59-95A9-097774992787}" dt="2026-05-04T00:09:25.638" v="129" actId="2696"/>
        <pc:sldMkLst>
          <pc:docMk/>
          <pc:sldMk cId="2780274583" sldId="258"/>
        </pc:sldMkLst>
        <pc:spChg chg="del mod">
          <ac:chgData name="Emily Johnson" userId="82565827dab26844" providerId="LiveId" clId="{04DF7FA6-79C7-4A59-95A9-097774992787}" dt="2026-05-04T00:04:39.082" v="128" actId="478"/>
          <ac:spMkLst>
            <pc:docMk/>
            <pc:sldMk cId="2780274583" sldId="258"/>
            <ac:spMk id="2" creationId="{FE12AD8B-24AD-EDA8-CDFA-DBB83EA2B3C0}"/>
          </ac:spMkLst>
        </pc:spChg>
        <pc:spChg chg="del">
          <ac:chgData name="Emily Johnson" userId="82565827dab26844" providerId="LiveId" clId="{04DF7FA6-79C7-4A59-95A9-097774992787}" dt="2026-05-04T00:02:52.501" v="90" actId="478"/>
          <ac:spMkLst>
            <pc:docMk/>
            <pc:sldMk cId="2780274583" sldId="258"/>
            <ac:spMk id="3" creationId="{0F9E1C18-0BA4-1D8F-72EC-620BD38EE237}"/>
          </ac:spMkLst>
        </pc:spChg>
        <pc:spChg chg="add mod">
          <ac:chgData name="Emily Johnson" userId="82565827dab26844" providerId="LiveId" clId="{04DF7FA6-79C7-4A59-95A9-097774992787}" dt="2026-05-04T00:04:39.082" v="128" actId="478"/>
          <ac:spMkLst>
            <pc:docMk/>
            <pc:sldMk cId="2780274583" sldId="258"/>
            <ac:spMk id="6" creationId="{956BBA9A-AE99-6AFE-5E8D-0808B060DBE3}"/>
          </ac:spMkLst>
        </pc:spChg>
      </pc:sldChg>
      <pc:sldChg chg="addSp modSp new mod">
        <pc:chgData name="Emily Johnson" userId="82565827dab26844" providerId="LiveId" clId="{04DF7FA6-79C7-4A59-95A9-097774992787}" dt="2026-05-04T00:14:35.878" v="197" actId="1076"/>
        <pc:sldMkLst>
          <pc:docMk/>
          <pc:sldMk cId="3596947413" sldId="259"/>
        </pc:sldMkLst>
        <pc:spChg chg="mod">
          <ac:chgData name="Emily Johnson" userId="82565827dab26844" providerId="LiveId" clId="{04DF7FA6-79C7-4A59-95A9-097774992787}" dt="2026-05-04T00:10:10.877" v="176" actId="20577"/>
          <ac:spMkLst>
            <pc:docMk/>
            <pc:sldMk cId="3596947413" sldId="259"/>
            <ac:spMk id="2" creationId="{67A7B0DD-7906-8B8C-6CA2-822A8E31FB64}"/>
          </ac:spMkLst>
        </pc:spChg>
        <pc:picChg chg="add mod">
          <ac:chgData name="Emily Johnson" userId="82565827dab26844" providerId="LiveId" clId="{04DF7FA6-79C7-4A59-95A9-097774992787}" dt="2026-05-04T00:14:35.878" v="197" actId="1076"/>
          <ac:picMkLst>
            <pc:docMk/>
            <pc:sldMk cId="3596947413" sldId="259"/>
            <ac:picMk id="4" creationId="{5FE16DB4-8A90-4D08-A846-64C9ADDA4A31}"/>
          </ac:picMkLst>
        </pc:picChg>
      </pc:sldChg>
      <pc:sldChg chg="delSp modSp new del mod">
        <pc:chgData name="Emily Johnson" userId="82565827dab26844" providerId="LiveId" clId="{04DF7FA6-79C7-4A59-95A9-097774992787}" dt="2026-05-04T00:16:30.072" v="283" actId="2696"/>
        <pc:sldMkLst>
          <pc:docMk/>
          <pc:sldMk cId="2547173351" sldId="260"/>
        </pc:sldMkLst>
        <pc:spChg chg="mod">
          <ac:chgData name="Emily Johnson" userId="82565827dab26844" providerId="LiveId" clId="{04DF7FA6-79C7-4A59-95A9-097774992787}" dt="2026-05-04T00:15:18.631" v="228" actId="20577"/>
          <ac:spMkLst>
            <pc:docMk/>
            <pc:sldMk cId="2547173351" sldId="260"/>
            <ac:spMk id="2" creationId="{41F02CED-2F87-E473-7839-BB9FA5578518}"/>
          </ac:spMkLst>
        </pc:spChg>
        <pc:spChg chg="del">
          <ac:chgData name="Emily Johnson" userId="82565827dab26844" providerId="LiveId" clId="{04DF7FA6-79C7-4A59-95A9-097774992787}" dt="2026-05-04T00:15:04.455" v="201" actId="478"/>
          <ac:spMkLst>
            <pc:docMk/>
            <pc:sldMk cId="2547173351" sldId="260"/>
            <ac:spMk id="3" creationId="{21268F38-5B88-DBBE-1E61-C59E439F60CB}"/>
          </ac:spMkLst>
        </pc:spChg>
        <pc:spChg chg="mod">
          <ac:chgData name="Emily Johnson" userId="82565827dab26844" providerId="LiveId" clId="{04DF7FA6-79C7-4A59-95A9-097774992787}" dt="2026-05-04T00:16:18.842" v="282" actId="20577"/>
          <ac:spMkLst>
            <pc:docMk/>
            <pc:sldMk cId="2547173351" sldId="260"/>
            <ac:spMk id="4" creationId="{B7A059DE-4E5D-81DD-FBBF-DC7D50BF410D}"/>
          </ac:spMkLst>
        </pc:spChg>
      </pc:sldChg>
      <pc:sldChg chg="addSp delSp modSp new mod">
        <pc:chgData name="Emily Johnson" userId="82565827dab26844" providerId="LiveId" clId="{04DF7FA6-79C7-4A59-95A9-097774992787}" dt="2026-05-04T00:23:52.502" v="374" actId="1076"/>
        <pc:sldMkLst>
          <pc:docMk/>
          <pc:sldMk cId="2942609981" sldId="260"/>
        </pc:sldMkLst>
        <pc:spChg chg="mod">
          <ac:chgData name="Emily Johnson" userId="82565827dab26844" providerId="LiveId" clId="{04DF7FA6-79C7-4A59-95A9-097774992787}" dt="2026-05-04T00:23:52.502" v="374" actId="1076"/>
          <ac:spMkLst>
            <pc:docMk/>
            <pc:sldMk cId="2942609981" sldId="260"/>
            <ac:spMk id="2" creationId="{AE53D2ED-DB02-DB66-1C65-18A9BBC1C4D9}"/>
          </ac:spMkLst>
        </pc:spChg>
        <pc:spChg chg="mod">
          <ac:chgData name="Emily Johnson" userId="82565827dab26844" providerId="LiveId" clId="{04DF7FA6-79C7-4A59-95A9-097774992787}" dt="2026-05-04T00:23:45.975" v="373" actId="1076"/>
          <ac:spMkLst>
            <pc:docMk/>
            <pc:sldMk cId="2942609981" sldId="260"/>
            <ac:spMk id="3" creationId="{6D2CCA05-AFA8-27DA-A0B9-0CCA18718267}"/>
          </ac:spMkLst>
        </pc:spChg>
        <pc:spChg chg="del">
          <ac:chgData name="Emily Johnson" userId="82565827dab26844" providerId="LiveId" clId="{04DF7FA6-79C7-4A59-95A9-097774992787}" dt="2026-05-04T00:17:12.641" v="327" actId="478"/>
          <ac:spMkLst>
            <pc:docMk/>
            <pc:sldMk cId="2942609981" sldId="260"/>
            <ac:spMk id="4" creationId="{EC45A107-030C-3369-3E60-C378D3DBE6B1}"/>
          </ac:spMkLst>
        </pc:spChg>
        <pc:spChg chg="del">
          <ac:chgData name="Emily Johnson" userId="82565827dab26844" providerId="LiveId" clId="{04DF7FA6-79C7-4A59-95A9-097774992787}" dt="2026-05-04T00:17:15.349" v="328" actId="478"/>
          <ac:spMkLst>
            <pc:docMk/>
            <pc:sldMk cId="2942609981" sldId="260"/>
            <ac:spMk id="5" creationId="{4E27C7E4-D138-BEA7-6AD6-CE304C95E61F}"/>
          </ac:spMkLst>
        </pc:spChg>
        <pc:spChg chg="del">
          <ac:chgData name="Emily Johnson" userId="82565827dab26844" providerId="LiveId" clId="{04DF7FA6-79C7-4A59-95A9-097774992787}" dt="2026-05-04T00:17:17.937" v="329" actId="478"/>
          <ac:spMkLst>
            <pc:docMk/>
            <pc:sldMk cId="2942609981" sldId="260"/>
            <ac:spMk id="6" creationId="{493C3A4F-CB78-5DEC-A365-9B44B4FBB6A8}"/>
          </ac:spMkLst>
        </pc:spChg>
        <pc:spChg chg="add mod">
          <ac:chgData name="Emily Johnson" userId="82565827dab26844" providerId="LiveId" clId="{04DF7FA6-79C7-4A59-95A9-097774992787}" dt="2026-05-04T00:23:45.975" v="373" actId="1076"/>
          <ac:spMkLst>
            <pc:docMk/>
            <pc:sldMk cId="2942609981" sldId="260"/>
            <ac:spMk id="11" creationId="{AB392C06-12F1-ECA5-DC74-6E71C06C2823}"/>
          </ac:spMkLst>
        </pc:spChg>
        <pc:spChg chg="add mod">
          <ac:chgData name="Emily Johnson" userId="82565827dab26844" providerId="LiveId" clId="{04DF7FA6-79C7-4A59-95A9-097774992787}" dt="2026-05-04T00:23:45.975" v="373" actId="1076"/>
          <ac:spMkLst>
            <pc:docMk/>
            <pc:sldMk cId="2942609981" sldId="260"/>
            <ac:spMk id="16" creationId="{0AD18B33-734D-EF74-41C0-EE6C2BA7B870}"/>
          </ac:spMkLst>
        </pc:spChg>
        <pc:picChg chg="add mod">
          <ac:chgData name="Emily Johnson" userId="82565827dab26844" providerId="LiveId" clId="{04DF7FA6-79C7-4A59-95A9-097774992787}" dt="2026-05-04T00:23:45.975" v="373" actId="1076"/>
          <ac:picMkLst>
            <pc:docMk/>
            <pc:sldMk cId="2942609981" sldId="260"/>
            <ac:picMk id="8" creationId="{7C31A1D4-A17A-3D5E-E18C-AD826668EC77}"/>
          </ac:picMkLst>
        </pc:picChg>
        <pc:picChg chg="add mod">
          <ac:chgData name="Emily Johnson" userId="82565827dab26844" providerId="LiveId" clId="{04DF7FA6-79C7-4A59-95A9-097774992787}" dt="2026-05-04T00:23:45.975" v="373" actId="1076"/>
          <ac:picMkLst>
            <pc:docMk/>
            <pc:sldMk cId="2942609981" sldId="260"/>
            <ac:picMk id="10" creationId="{00AF3FD4-FDAA-13C7-C5E5-0608BF2374F6}"/>
          </ac:picMkLst>
        </pc:picChg>
        <pc:picChg chg="add mod">
          <ac:chgData name="Emily Johnson" userId="82565827dab26844" providerId="LiveId" clId="{04DF7FA6-79C7-4A59-95A9-097774992787}" dt="2026-05-04T00:23:45.975" v="373" actId="1076"/>
          <ac:picMkLst>
            <pc:docMk/>
            <pc:sldMk cId="2942609981" sldId="260"/>
            <ac:picMk id="13" creationId="{91B69F64-D122-6308-FD81-4C6718132B10}"/>
          </ac:picMkLst>
        </pc:picChg>
        <pc:picChg chg="add mod">
          <ac:chgData name="Emily Johnson" userId="82565827dab26844" providerId="LiveId" clId="{04DF7FA6-79C7-4A59-95A9-097774992787}" dt="2026-05-04T00:23:45.975" v="373" actId="1076"/>
          <ac:picMkLst>
            <pc:docMk/>
            <pc:sldMk cId="2942609981" sldId="260"/>
            <ac:picMk id="15" creationId="{C98ABE0E-8CA3-4695-1FB4-D9B3BEE75F1E}"/>
          </ac:picMkLst>
        </pc:picChg>
        <pc:picChg chg="add mod">
          <ac:chgData name="Emily Johnson" userId="82565827dab26844" providerId="LiveId" clId="{04DF7FA6-79C7-4A59-95A9-097774992787}" dt="2026-05-04T00:23:45.975" v="373" actId="1076"/>
          <ac:picMkLst>
            <pc:docMk/>
            <pc:sldMk cId="2942609981" sldId="260"/>
            <ac:picMk id="18" creationId="{881C15A4-6878-B838-FF04-C0AF906A6242}"/>
          </ac:picMkLst>
        </pc:picChg>
        <pc:picChg chg="add mod">
          <ac:chgData name="Emily Johnson" userId="82565827dab26844" providerId="LiveId" clId="{04DF7FA6-79C7-4A59-95A9-097774992787}" dt="2026-05-04T00:23:45.975" v="373" actId="1076"/>
          <ac:picMkLst>
            <pc:docMk/>
            <pc:sldMk cId="2942609981" sldId="260"/>
            <ac:picMk id="20" creationId="{9D791405-BCE2-41E6-6F17-F844C789FA94}"/>
          </ac:picMkLst>
        </pc:picChg>
      </pc:sldChg>
      <pc:sldChg chg="new del">
        <pc:chgData name="Emily Johnson" userId="82565827dab26844" providerId="LiveId" clId="{04DF7FA6-79C7-4A59-95A9-097774992787}" dt="2026-05-04T00:14:50.776" v="199" actId="2696"/>
        <pc:sldMkLst>
          <pc:docMk/>
          <pc:sldMk cId="3469437461" sldId="260"/>
        </pc:sldMkLst>
      </pc:sldChg>
      <pc:sldChg chg="new del">
        <pc:chgData name="Emily Johnson" userId="82565827dab26844" providerId="LiveId" clId="{04DF7FA6-79C7-4A59-95A9-097774992787}" dt="2026-05-04T00:11:04.604" v="178" actId="2696"/>
        <pc:sldMkLst>
          <pc:docMk/>
          <pc:sldMk cId="4195532511" sldId="260"/>
        </pc:sldMkLst>
      </pc:sldChg>
      <pc:sldChg chg="delSp modSp new mod">
        <pc:chgData name="Emily Johnson" userId="82565827dab26844" providerId="LiveId" clId="{04DF7FA6-79C7-4A59-95A9-097774992787}" dt="2026-05-04T00:30:58.616" v="687" actId="20577"/>
        <pc:sldMkLst>
          <pc:docMk/>
          <pc:sldMk cId="2364168311" sldId="261"/>
        </pc:sldMkLst>
        <pc:spChg chg="mod">
          <ac:chgData name="Emily Johnson" userId="82565827dab26844" providerId="LiveId" clId="{04DF7FA6-79C7-4A59-95A9-097774992787}" dt="2026-05-04T00:24:49.875" v="387" actId="20577"/>
          <ac:spMkLst>
            <pc:docMk/>
            <pc:sldMk cId="2364168311" sldId="261"/>
            <ac:spMk id="2" creationId="{5FD6AA27-815E-FBA7-5A6A-AA914B122F80}"/>
          </ac:spMkLst>
        </pc:spChg>
        <pc:spChg chg="del">
          <ac:chgData name="Emily Johnson" userId="82565827dab26844" providerId="LiveId" clId="{04DF7FA6-79C7-4A59-95A9-097774992787}" dt="2026-05-04T00:24:42.320" v="376" actId="478"/>
          <ac:spMkLst>
            <pc:docMk/>
            <pc:sldMk cId="2364168311" sldId="261"/>
            <ac:spMk id="3" creationId="{F18E06B7-FD74-ACEC-FE95-7CD2DF6AF924}"/>
          </ac:spMkLst>
        </pc:spChg>
        <pc:spChg chg="mod">
          <ac:chgData name="Emily Johnson" userId="82565827dab26844" providerId="LiveId" clId="{04DF7FA6-79C7-4A59-95A9-097774992787}" dt="2026-05-04T00:30:58.616" v="687" actId="20577"/>
          <ac:spMkLst>
            <pc:docMk/>
            <pc:sldMk cId="2364168311" sldId="261"/>
            <ac:spMk id="4" creationId="{40494C0D-D0D1-855D-9446-111C937B1CF4}"/>
          </ac:spMkLst>
        </pc:spChg>
      </pc:sldChg>
      <pc:sldMasterChg chg="setBg modSldLayout">
        <pc:chgData name="Emily Johnson" userId="82565827dab26844" providerId="LiveId" clId="{04DF7FA6-79C7-4A59-95A9-097774992787}" dt="2026-05-03T23:59:31.772" v="7"/>
        <pc:sldMasterMkLst>
          <pc:docMk/>
          <pc:sldMasterMk cId="2962379002" sldId="2147483648"/>
        </pc:sldMasterMkLst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22764293" sldId="2147483649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1363645654" sldId="2147483650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1220754400" sldId="2147483651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4142992522" sldId="2147483652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3925923857" sldId="2147483653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972362417" sldId="2147483654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1708181466" sldId="2147483655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530678379" sldId="2147483656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1397704798" sldId="2147483657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3522707765" sldId="2147483658"/>
          </pc:sldLayoutMkLst>
        </pc:sldLayoutChg>
        <pc:sldLayoutChg chg="setBg">
          <pc:chgData name="Emily Johnson" userId="82565827dab26844" providerId="LiveId" clId="{04DF7FA6-79C7-4A59-95A9-097774992787}" dt="2026-05-03T23:59:31.772" v="7"/>
          <pc:sldLayoutMkLst>
            <pc:docMk/>
            <pc:sldMasterMk cId="2962379002" sldId="2147483648"/>
            <pc:sldLayoutMk cId="4209107676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3F6D-5A4A-E9DF-6C8C-58B0D2073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08E24-3DFD-D784-84F5-3DDFDB127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9FBB6-4340-6B6E-8749-3550FA0D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98363-C24B-00F2-DD30-14F72296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57E5A-1ACC-5F5A-0651-67DF9669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AEDF-9E1D-DC90-E5B2-FFC9848A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50CA9-DBE8-69E5-9A2B-4BF52897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D57BA-F608-C93F-4BA9-7D4028DE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DFEDC-3302-97E3-C6BA-8A7B7862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C6F14-9A6A-4A69-D45C-C99B43A4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4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4656-C691-747E-8AC4-1BCA9D7F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E8134-BACA-D448-DB84-AFEA5C896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8EC6B-7471-80BD-CC3D-39833356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1AF71-2F8D-7D07-2CAE-B9F5DD01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F4C74-BE40-7F82-F69D-24B87E89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5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EAFC-3907-492D-0385-915B9BF2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1CA30-7F2B-1DDD-18F5-340982DE4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89300-96EC-0F79-BAB5-445712F1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95554-30B6-BCFB-8401-12535A79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47C20-3222-E8AA-E016-ACB9928A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57E28-47B4-FD69-B793-E49386C8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9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D0F8-EE9C-AB0E-F3E9-4516A2815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59FCE-FF0A-DD08-3E14-19E2E90A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55416-8BEE-420E-7C94-3345C7C7C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B38E7-EA8D-00BC-7520-DDD291C0B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7ACEE-6A99-0F64-97C8-3A99B16F1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4A2C0A-244B-61E6-E178-B23C4A53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45367-1993-917D-594C-F1E640D2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5C46E-8E2B-F77C-188C-1D1EA351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2B5D-68FB-AC2F-23BA-1EB7329D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8CD10-514A-0C0A-9F75-F83E849F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7224F-5C0A-4CED-9AA1-5A143928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7504F-2831-C707-8E96-ABB6E188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6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607E4-D006-519A-2A3B-D80C3082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65EFAC-3C6B-03F7-6B12-3C3DF47A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F8D94-002D-CA43-F906-657AFB6A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8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9E98-C5E8-BD8E-D41C-5DC246A1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68D15-D36E-1750-2244-CB21F6114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5F39D-D5BF-2DBC-1835-18C310CB9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0F926-FDD0-6C3C-4398-3F30EE1E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7D6FF-A48E-0991-7D7F-40E7AF51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C2A61-05DA-936C-7AD4-0098CE7A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7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2C3A-0289-2197-8C68-AF560517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F174AB-3089-EB1E-A7D7-613EDC879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44224-57F4-5391-C6E9-A3EFB2D9E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69D9A-35B1-5EB5-D57A-14444AC5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DCBA5-6922-2FE6-BECB-2F5DFAD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2D28A-0F49-0426-F877-8CCAF6BE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0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27514-B942-E5DA-AD26-BC3722A9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0712A-E4FA-E717-2FED-AED2FEB61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07CC1-4A34-71A9-CE68-02D0606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781DB-86BE-088E-8AE8-C74D9E83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83C61-7157-C0FE-A35D-D67BC2C2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0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82DEB6-8D22-A14E-FC76-418048C1A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F0DEE-D28A-6AA0-3809-35CD21C10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50F3D-03E9-DB42-B683-B49FCDA2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56777-66CD-1CB1-8790-09248B75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F836-91C6-289C-9F21-80F6D8DAF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0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8F7F9-7CFD-46DE-D729-92E9B03E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AE031-633F-1239-CA16-BB53BD033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4F17E-3AD1-2DFB-3A26-DC5F36A9E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AF4B0-05B8-4E99-B4FC-BE16C2AD564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9CA1-AF33-6B10-96CA-3F6A49627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E90DF-5728-6130-E1A4-E5F0AA6C8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DD9CA-E740-4873-83B7-B0E8C72EF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B3F8-17FC-C560-93C1-7F013EA8D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ISA Extension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FEA87-F9E6-EA56-4FD9-AFEBE5A726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Emily Johnson </a:t>
            </a:r>
          </a:p>
          <a:p>
            <a:r>
              <a:rPr lang="en-US" dirty="0">
                <a:solidFill>
                  <a:schemeClr val="bg1"/>
                </a:solidFill>
              </a:rPr>
              <a:t>CS 4200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1283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7B09-463F-205F-217D-D988B872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96C8CB-9A93-91D1-BEB2-57D93F032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63" y="1685091"/>
            <a:ext cx="5836637" cy="39716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9A4BCC-A714-BC99-A201-3F950C465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871" y="1960380"/>
            <a:ext cx="5242872" cy="320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5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B0DD-7906-8B8C-6CA2-822A8E31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Execute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E16DB4-8A90-4D08-A846-64C9ADDA4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405" y="1469035"/>
            <a:ext cx="4663190" cy="515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4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3D2ED-DB02-DB66-1C65-18A9BBC1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082" y="-6317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Added Instructions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CCA05-AFA8-27DA-A0B9-0CCA1871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23" y="631852"/>
            <a:ext cx="5157787" cy="82391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Mul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31A1D4-A17A-3D5E-E18C-AD826668E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31" y="1043808"/>
            <a:ext cx="7363853" cy="400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AF3FD4-FDAA-13C7-C5E5-0608BF237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931" y="1646292"/>
            <a:ext cx="7563906" cy="400106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B392C06-12F1-ECA5-DC74-6E71C06C2823}"/>
              </a:ext>
            </a:extLst>
          </p:cNvPr>
          <p:cNvSpPr txBox="1">
            <a:spLocks/>
          </p:cNvSpPr>
          <p:nvPr/>
        </p:nvSpPr>
        <p:spPr>
          <a:xfrm>
            <a:off x="521223" y="4308139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Mod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B69F64-D122-6308-FD81-4C6718132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931" y="2466959"/>
            <a:ext cx="8640381" cy="609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8ABE0E-8CA3-4695-1FB4-D9B3BEE75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931" y="3199977"/>
            <a:ext cx="8840434" cy="1162212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D18B33-734D-EF74-41C0-EE6C2BA7B870}"/>
              </a:ext>
            </a:extLst>
          </p:cNvPr>
          <p:cNvSpPr txBox="1">
            <a:spLocks/>
          </p:cNvSpPr>
          <p:nvPr/>
        </p:nvSpPr>
        <p:spPr>
          <a:xfrm>
            <a:off x="521223" y="218325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Div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1C15A4-6878-B838-FF04-C0AF906A62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0931" y="4764882"/>
            <a:ext cx="8640381" cy="6001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791405-BCE2-41E6-6F17-F844C789FA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0931" y="5534744"/>
            <a:ext cx="9859751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0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AA27-815E-FBA7-5A6A-AA914B12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Demo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94C0D-D0D1-855D-9446-111C937B1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hex_inst.txt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pt-BR" dirty="0">
                <a:solidFill>
                  <a:schemeClr val="bg1"/>
                </a:solidFill>
              </a:rPr>
              <a:t>00500093 </a:t>
            </a:r>
            <a:r>
              <a:rPr lang="pt-BR" dirty="0">
                <a:solidFill>
                  <a:schemeClr val="bg1"/>
                </a:solidFill>
                <a:sym typeface="Wingdings" panose="05000000000000000000" pitchFamily="2" charset="2"/>
              </a:rPr>
              <a:t> addi x1, x0, 5  0 + 5 = 5 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00300113 </a:t>
            </a:r>
            <a:r>
              <a:rPr lang="pt-BR" dirty="0">
                <a:solidFill>
                  <a:schemeClr val="bg1"/>
                </a:solidFill>
                <a:sym typeface="Wingdings" panose="05000000000000000000" pitchFamily="2" charset="2"/>
              </a:rPr>
              <a:t> addi x2, x0, 3 0+3 = 3 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022081B3 </a:t>
            </a:r>
            <a:r>
              <a:rPr lang="pt-BR" dirty="0">
                <a:solidFill>
                  <a:schemeClr val="bg1"/>
                </a:solidFill>
                <a:sym typeface="Wingdings" panose="05000000000000000000" pitchFamily="2" charset="2"/>
              </a:rPr>
              <a:t> mul x3, x1, x2 5 * 3 = 15 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0220C1B3 </a:t>
            </a:r>
            <a:r>
              <a:rPr lang="pt-BR" dirty="0">
                <a:solidFill>
                  <a:schemeClr val="bg1"/>
                </a:solidFill>
                <a:sym typeface="Wingdings" panose="05000000000000000000" pitchFamily="2" charset="2"/>
              </a:rPr>
              <a:t> div x3, x1, x2 5/3 = 1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0220E1B3 </a:t>
            </a:r>
            <a:r>
              <a:rPr lang="pt-BR" dirty="0">
                <a:solidFill>
                  <a:schemeClr val="bg1"/>
                </a:solidFill>
                <a:sym typeface="Wingdings" panose="05000000000000000000" pitchFamily="2" charset="2"/>
              </a:rPr>
              <a:t> mod x3, x1, x2 5 % 3 = 2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16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82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ISA Extension</vt:lpstr>
      <vt:lpstr>Decode</vt:lpstr>
      <vt:lpstr>Execute</vt:lpstr>
      <vt:lpstr>Added Instructions</vt:lpstr>
      <vt:lpstr>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Johnson</dc:creator>
  <cp:lastModifiedBy>Emily Johnson</cp:lastModifiedBy>
  <cp:revision>1</cp:revision>
  <dcterms:created xsi:type="dcterms:W3CDTF">2026-05-03T23:58:48Z</dcterms:created>
  <dcterms:modified xsi:type="dcterms:W3CDTF">2026-05-04T00:31:07Z</dcterms:modified>
</cp:coreProperties>
</file>